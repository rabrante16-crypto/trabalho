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3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23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7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7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7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7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80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7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23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2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7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80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80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7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80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7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7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80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7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23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2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7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80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7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80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7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80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7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80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7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80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80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80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23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2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50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7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80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50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7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80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50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7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80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50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7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80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50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7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80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50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7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80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50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7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80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50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7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80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classificados no painel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já prescrevem EUF (MAT)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29,0%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são CAT 1, 2 ou 3 (680 médicos)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35000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84678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794406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76118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2776118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3597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13325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95037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095037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2515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32243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13955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7413955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1434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51162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2874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9732874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1457432" cy="1234440"/>
          </a:xfrm>
          <a:prstGeom prst="roundRect">
            <a:avLst>
              <a:gd name="adj" fmla="val 5926"/>
            </a:avLst>
          </a:prstGeom>
          <a:solidFill>
            <a:srgbClr val="1D3557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REPRESENTATIVIDADE DOS PRESCRITORES · CAT 1 + 2 + 3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nas CAT 1, 2 e 3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276344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4276344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dentro do grupo (678 médicos)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12608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36,4%</a:t>
            </a:r>
            <a:endParaRPr lang="en-US" sz="3200" dirty="0"/>
          </a:p>
        </p:txBody>
      </p:sp>
      <p:sp>
        <p:nvSpPr>
          <p:cNvPr id="41" name="Text 39"/>
          <p:cNvSpPr txBox="1"/>
          <p:nvPr/>
        </p:nvSpPr>
        <p:spPr>
          <a:xfrm>
            <a:off x="7912608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todos os prescritores da distrital estão nesse grupo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65760" y="658368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profissionais cadastrados na planilha, sendo 208 sem CAT classificada (não incluídos neste compilado).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2026-08-31T14:45:57Z</dcterms:created>
  <dcterms:modified xsi:type="dcterms:W3CDTF">2026-08-31T14:45:57Z</dcterms:modified>
</cp:coreProperties>
</file>